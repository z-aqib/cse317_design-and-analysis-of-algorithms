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Darker Grotesque SemiBold"/>
      <p:regular r:id="rId17"/>
      <p:bold r:id="rId18"/>
    </p:embeddedFont>
    <p:embeddedFont>
      <p:font typeface="Rubik Black"/>
      <p:bold r:id="rId19"/>
      <p:boldItalic r:id="rId20"/>
    </p:embeddedFont>
    <p:embeddedFont>
      <p:font typeface="Darker Grotesque Black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CFBD50-42D4-4689-9C59-2310B324880A}">
  <a:tblStyle styleId="{A2CFBD50-42D4-4689-9C59-2310B32488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ubikBlack-boldItalic.fntdata"/><Relationship Id="rId21" Type="http://schemas.openxmlformats.org/officeDocument/2006/relationships/font" Target="fonts/DarkerGrotesqueBlack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DarkerGrotesque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RubikBlack-bold.fntdata"/><Relationship Id="rId18" Type="http://schemas.openxmlformats.org/officeDocument/2006/relationships/font" Target="fonts/DarkerGrotesque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57558b57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57558b57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57558b5748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57558b5748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57558b5748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57558b5748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57558b5748_0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57558b5748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57558b5748_0_1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57558b5748_0_1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57558b5748_0_1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57558b5748_0_1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57558b5748_0_1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57558b5748_0_1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57558b5748_0_1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57558b5748_0_1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57558b5748_0_1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57558b5748_0_1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57558b5748_0_2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57558b5748_0_2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://bit.ly/2Tynxth" TargetMode="External"/><Relationship Id="rId7" Type="http://schemas.openxmlformats.org/officeDocument/2006/relationships/hyperlink" Target="http://bit.ly/2TyoMsr" TargetMode="External"/><Relationship Id="rId8" Type="http://schemas.openxmlformats.org/officeDocument/2006/relationships/hyperlink" Target="http://bit.ly/2TtBDfr" TargetMode="Externa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48000"/>
          </a:blip>
          <a:srcRect b="848" l="405" r="702" t="444"/>
          <a:stretch/>
        </p:blipFill>
        <p:spPr>
          <a:xfrm rot="10800000">
            <a:off x="150" y="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497986">
            <a:off x="-5838930" y="2933865"/>
            <a:ext cx="13068489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1" name="Google Shape;1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02608">
            <a:off x="-3260092" y="4315494"/>
            <a:ext cx="12507378" cy="964138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2" name="Google Shape;1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185179">
            <a:off x="958885" y="63138"/>
            <a:ext cx="12356029" cy="95247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3" name="Google Shape;13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017154">
            <a:off x="2040685" y="858652"/>
            <a:ext cx="12356031" cy="95247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4" name="Google Shape;14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3256506">
            <a:off x="-4737285" y="4563787"/>
            <a:ext cx="12197164" cy="94022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5" name="Google Shape;15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52037">
            <a:off x="-39833" y="4474805"/>
            <a:ext cx="12272242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6" name="Google Shape;16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98197">
            <a:off x="-1103383" y="-255320"/>
            <a:ext cx="12272243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7" name="Google Shape;17;p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0053481">
            <a:off x="-5777138" y="104416"/>
            <a:ext cx="13245902" cy="1021067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18" name="Google Shape;18;p2"/>
          <p:cNvSpPr/>
          <p:nvPr/>
        </p:nvSpPr>
        <p:spPr>
          <a:xfrm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"/>
          <p:cNvSpPr txBox="1"/>
          <p:nvPr>
            <p:ph type="ctrTitle"/>
          </p:nvPr>
        </p:nvSpPr>
        <p:spPr>
          <a:xfrm>
            <a:off x="1777925" y="1063575"/>
            <a:ext cx="5588700" cy="23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5600">
                <a:solidFill>
                  <a:schemeClr val="lt2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2332625" y="3574425"/>
            <a:ext cx="44787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2497986">
            <a:off x="2580139" y="2933865"/>
            <a:ext cx="13068489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103368">
            <a:off x="-4078912" y="4198343"/>
            <a:ext cx="12272242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5" name="Google Shape;2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-502608">
            <a:off x="3511" y="3988232"/>
            <a:ext cx="12507378" cy="964138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6" name="Google Shape;26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 rot="-1185179">
            <a:off x="-4296491" y="63138"/>
            <a:ext cx="12356029" cy="95247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7" name="Google Shape;27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 rot="-3017154">
            <a:off x="-5378293" y="858652"/>
            <a:ext cx="12356031" cy="95247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8" name="Google Shape;28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 rot="-4409424">
            <a:off x="2619906" y="3054714"/>
            <a:ext cx="12197168" cy="94022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9" name="Google Shape;29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-598197">
            <a:off x="-2220537" y="-485720"/>
            <a:ext cx="12272243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30" name="Google Shape;30;p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 rot="-10053481">
            <a:off x="1549659" y="274716"/>
            <a:ext cx="13245902" cy="1021067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31" name="Google Shape;31;p3"/>
          <p:cNvSpPr/>
          <p:nvPr/>
        </p:nvSpPr>
        <p:spPr>
          <a:xfrm flipH="1" rot="10800000">
            <a:off x="2017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 txBox="1"/>
          <p:nvPr>
            <p:ph hasCustomPrompt="1" type="title"/>
          </p:nvPr>
        </p:nvSpPr>
        <p:spPr>
          <a:xfrm>
            <a:off x="3584675" y="1248796"/>
            <a:ext cx="19746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3" name="Google Shape;33;p3"/>
          <p:cNvSpPr txBox="1"/>
          <p:nvPr>
            <p:ph idx="2" type="ctrTitle"/>
          </p:nvPr>
        </p:nvSpPr>
        <p:spPr>
          <a:xfrm>
            <a:off x="1292700" y="2243063"/>
            <a:ext cx="6558600" cy="93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6000">
                <a:solidFill>
                  <a:schemeClr val="lt2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244125" y="3082325"/>
            <a:ext cx="2655900" cy="8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4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 rot="10800000">
            <a:off x="150" y="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03545">
            <a:off x="3326030" y="330183"/>
            <a:ext cx="12356028" cy="95247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38" name="Google Shape;3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16562">
            <a:off x="1318377" y="-201287"/>
            <a:ext cx="12272241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39" name="Google Shape;39;p4"/>
          <p:cNvSpPr/>
          <p:nvPr/>
        </p:nvSpPr>
        <p:spPr>
          <a:xfrm flipH="1"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 txBox="1"/>
          <p:nvPr>
            <p:ph type="ctrTitle"/>
          </p:nvPr>
        </p:nvSpPr>
        <p:spPr>
          <a:xfrm>
            <a:off x="2222550" y="539375"/>
            <a:ext cx="4698900" cy="10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" name="Google Shape;41;p4"/>
          <p:cNvSpPr txBox="1"/>
          <p:nvPr>
            <p:ph idx="1" type="body"/>
          </p:nvPr>
        </p:nvSpPr>
        <p:spPr>
          <a:xfrm>
            <a:off x="713225" y="1909050"/>
            <a:ext cx="3718200" cy="26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5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256506">
            <a:off x="-5260050" y="-123963"/>
            <a:ext cx="12197164" cy="94022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45" name="Google Shape;4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-1460576">
            <a:off x="-4485306" y="-569659"/>
            <a:ext cx="13068490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46" name="Google Shape;46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-1016562">
            <a:off x="958598" y="4731438"/>
            <a:ext cx="12272241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47" name="Google Shape;47;p5"/>
          <p:cNvSpPr/>
          <p:nvPr/>
        </p:nvSpPr>
        <p:spPr>
          <a:xfrm flipH="1" rot="10800000"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 txBox="1"/>
          <p:nvPr>
            <p:ph type="ctrTitle"/>
          </p:nvPr>
        </p:nvSpPr>
        <p:spPr>
          <a:xfrm>
            <a:off x="2535200" y="539375"/>
            <a:ext cx="4074000" cy="10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" name="Google Shape;49;p5"/>
          <p:cNvSpPr txBox="1"/>
          <p:nvPr>
            <p:ph idx="1" type="subTitle"/>
          </p:nvPr>
        </p:nvSpPr>
        <p:spPr>
          <a:xfrm>
            <a:off x="1015388" y="3061250"/>
            <a:ext cx="33996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2" type="subTitle"/>
          </p:nvPr>
        </p:nvSpPr>
        <p:spPr>
          <a:xfrm>
            <a:off x="1015388" y="3366674"/>
            <a:ext cx="33996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subTitle"/>
          </p:nvPr>
        </p:nvSpPr>
        <p:spPr>
          <a:xfrm>
            <a:off x="4729413" y="3061250"/>
            <a:ext cx="33996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4" type="subTitle"/>
          </p:nvPr>
        </p:nvSpPr>
        <p:spPr>
          <a:xfrm>
            <a:off x="4729413" y="3366674"/>
            <a:ext cx="33996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6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 flipH="1"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1603545">
            <a:off x="-6627417" y="330183"/>
            <a:ext cx="12356028" cy="95247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56" name="Google Shape;5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-1016562">
            <a:off x="-4535977" y="-201287"/>
            <a:ext cx="12272241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57" name="Google Shape;57;p6"/>
          <p:cNvSpPr/>
          <p:nvPr/>
        </p:nvSpPr>
        <p:spPr>
          <a:xfrm rot="10800000"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 txBox="1"/>
          <p:nvPr>
            <p:ph type="ctrTitle"/>
          </p:nvPr>
        </p:nvSpPr>
        <p:spPr>
          <a:xfrm>
            <a:off x="3387825" y="539375"/>
            <a:ext cx="2368500" cy="10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7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 rot="10800000">
            <a:off x="150" y="0"/>
            <a:ext cx="9165300" cy="51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 flipH="1"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"/>
          <p:cNvSpPr txBox="1"/>
          <p:nvPr>
            <p:ph type="ctrTitle"/>
          </p:nvPr>
        </p:nvSpPr>
        <p:spPr>
          <a:xfrm>
            <a:off x="4056950" y="894325"/>
            <a:ext cx="4373700" cy="22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63" name="Google Shape;6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99895">
            <a:off x="-4071633" y="4279267"/>
            <a:ext cx="12272243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64" name="Google Shape;64;p7"/>
          <p:cNvSpPr txBox="1"/>
          <p:nvPr>
            <p:ph idx="1" type="subTitle"/>
          </p:nvPr>
        </p:nvSpPr>
        <p:spPr>
          <a:xfrm>
            <a:off x="4057025" y="3100175"/>
            <a:ext cx="4373700" cy="11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5" name="Google Shape;65;p7"/>
          <p:cNvSpPr/>
          <p:nvPr>
            <p:ph idx="2" type="pic"/>
          </p:nvPr>
        </p:nvSpPr>
        <p:spPr>
          <a:xfrm rot="-390453">
            <a:off x="-591402" y="-305875"/>
            <a:ext cx="3663504" cy="568139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 rot="10800000">
            <a:off x="150" y="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497986">
            <a:off x="-6135530" y="2933865"/>
            <a:ext cx="13068489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69" name="Google Shape;69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103368">
            <a:off x="1319767" y="4198343"/>
            <a:ext cx="12272242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70" name="Google Shape;70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02608">
            <a:off x="-2997792" y="4189282"/>
            <a:ext cx="12507378" cy="964138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71" name="Google Shape;71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4372150">
            <a:off x="2252710" y="1159576"/>
            <a:ext cx="12356029" cy="95247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72" name="Google Shape;72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4409424">
            <a:off x="-5303976" y="3054714"/>
            <a:ext cx="12197168" cy="94022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73" name="Google Shape;73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245637">
            <a:off x="2593192" y="266968"/>
            <a:ext cx="12272243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74" name="Google Shape;74;p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9793839">
            <a:off x="-7132377" y="529766"/>
            <a:ext cx="13245903" cy="1021067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75" name="Google Shape;75;p8"/>
          <p:cNvSpPr/>
          <p:nvPr/>
        </p:nvSpPr>
        <p:spPr>
          <a:xfrm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8"/>
          <p:cNvSpPr txBox="1"/>
          <p:nvPr>
            <p:ph type="ctrTitle"/>
          </p:nvPr>
        </p:nvSpPr>
        <p:spPr>
          <a:xfrm>
            <a:off x="1564800" y="1527600"/>
            <a:ext cx="6014400" cy="208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8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229981">
            <a:off x="2167749" y="2735087"/>
            <a:ext cx="13068491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80" name="Google Shape;80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103368">
            <a:off x="-4123501" y="4400788"/>
            <a:ext cx="12272242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81" name="Google Shape;81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-1185179">
            <a:off x="-4385656" y="-1916"/>
            <a:ext cx="12356029" cy="95247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82" name="Google Shape;82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-3017154">
            <a:off x="-5467458" y="793597"/>
            <a:ext cx="12356031" cy="95247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83" name="Google Shape;83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 rot="-4409424">
            <a:off x="2519592" y="2989659"/>
            <a:ext cx="12197168" cy="94022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84" name="Google Shape;8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-598197">
            <a:off x="-2309702" y="-706800"/>
            <a:ext cx="12272243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85" name="Google Shape;85;p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 rot="-10053481">
            <a:off x="2965070" y="209662"/>
            <a:ext cx="13245902" cy="1021067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86" name="Google Shape;86;p9"/>
          <p:cNvSpPr/>
          <p:nvPr/>
        </p:nvSpPr>
        <p:spPr>
          <a:xfrm flipH="1" rot="10800000"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9"/>
          <p:cNvSpPr txBox="1"/>
          <p:nvPr>
            <p:ph type="ctrTitle"/>
          </p:nvPr>
        </p:nvSpPr>
        <p:spPr>
          <a:xfrm>
            <a:off x="2138400" y="978675"/>
            <a:ext cx="4867500" cy="10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8" name="Google Shape;88;p9"/>
          <p:cNvSpPr txBox="1"/>
          <p:nvPr>
            <p:ph idx="1" type="body"/>
          </p:nvPr>
        </p:nvSpPr>
        <p:spPr>
          <a:xfrm>
            <a:off x="2138100" y="2196075"/>
            <a:ext cx="4867500" cy="21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0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 flipH="1">
            <a:off x="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/>
          <p:nvPr/>
        </p:nvSpPr>
        <p:spPr>
          <a:xfrm rot="10800000">
            <a:off x="21450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0"/>
          <p:cNvSpPr txBox="1"/>
          <p:nvPr>
            <p:ph type="ctrTitle"/>
          </p:nvPr>
        </p:nvSpPr>
        <p:spPr>
          <a:xfrm>
            <a:off x="1577900" y="3344925"/>
            <a:ext cx="5988900" cy="1246200"/>
          </a:xfrm>
          <a:prstGeom prst="rect">
            <a:avLst/>
          </a:prstGeom>
          <a:solidFill>
            <a:srgbClr val="252525">
              <a:alpha val="38100"/>
            </a:srgbClr>
          </a:solidFill>
          <a:effectLst>
            <a:outerShdw blurRad="185738" rotWithShape="0" algn="bl">
              <a:schemeClr val="dk1">
                <a:alpha val="78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1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 flipH="1" rot="10800000">
            <a:off x="150" y="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497986">
            <a:off x="-6508270" y="2868811"/>
            <a:ext cx="13068489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96" name="Google Shape;9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103368">
            <a:off x="947028" y="4133288"/>
            <a:ext cx="12272242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97" name="Google Shape;97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11377">
            <a:off x="-3370531" y="3920226"/>
            <a:ext cx="12507380" cy="964138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98" name="Google Shape;98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185179">
            <a:off x="1080821" y="-1916"/>
            <a:ext cx="12356029" cy="95247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99" name="Google Shape;99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3017154">
            <a:off x="2162620" y="793597"/>
            <a:ext cx="12356031" cy="95247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00" name="Google Shape;10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4409424">
            <a:off x="-5498390" y="2989659"/>
            <a:ext cx="12197168" cy="94022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01" name="Google Shape;10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98197">
            <a:off x="-911347" y="-550775"/>
            <a:ext cx="12272243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02" name="Google Shape;102;p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0053481">
            <a:off x="-5655202" y="209662"/>
            <a:ext cx="13245902" cy="1021067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103" name="Google Shape;103;p11"/>
          <p:cNvSpPr/>
          <p:nvPr/>
        </p:nvSpPr>
        <p:spPr>
          <a:xfrm>
            <a:off x="2017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1"/>
          <p:cNvSpPr txBox="1"/>
          <p:nvPr>
            <p:ph hasCustomPrompt="1" type="title"/>
          </p:nvPr>
        </p:nvSpPr>
        <p:spPr>
          <a:xfrm>
            <a:off x="1498200" y="1562263"/>
            <a:ext cx="6147600" cy="14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0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05" name="Google Shape;105;p11"/>
          <p:cNvSpPr txBox="1"/>
          <p:nvPr>
            <p:ph idx="1" type="subTitle"/>
          </p:nvPr>
        </p:nvSpPr>
        <p:spPr>
          <a:xfrm>
            <a:off x="3244050" y="2842325"/>
            <a:ext cx="26559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3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256506">
            <a:off x="2332140" y="-123963"/>
            <a:ext cx="12197164" cy="94022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10" name="Google Shape;11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60576">
            <a:off x="686069" y="-569659"/>
            <a:ext cx="13068490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11" name="Google Shape;11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478549">
            <a:off x="-3540567" y="4631669"/>
            <a:ext cx="12507378" cy="964138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112" name="Google Shape;112;p13"/>
          <p:cNvSpPr/>
          <p:nvPr/>
        </p:nvSpPr>
        <p:spPr>
          <a:xfrm flipH="1" rot="10800000"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3"/>
          <p:cNvSpPr txBox="1"/>
          <p:nvPr>
            <p:ph type="ctrTitle"/>
          </p:nvPr>
        </p:nvSpPr>
        <p:spPr>
          <a:xfrm>
            <a:off x="2222775" y="539375"/>
            <a:ext cx="4698900" cy="10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4" name="Google Shape;114;p13"/>
          <p:cNvSpPr txBox="1"/>
          <p:nvPr>
            <p:ph hasCustomPrompt="1" idx="2" type="title"/>
          </p:nvPr>
        </p:nvSpPr>
        <p:spPr>
          <a:xfrm>
            <a:off x="713100" y="2028400"/>
            <a:ext cx="12399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/>
          <p:nvPr>
            <p:ph idx="1" type="subTitle"/>
          </p:nvPr>
        </p:nvSpPr>
        <p:spPr>
          <a:xfrm>
            <a:off x="1952875" y="2028388"/>
            <a:ext cx="25812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idx="3" type="subTitle"/>
          </p:nvPr>
        </p:nvSpPr>
        <p:spPr>
          <a:xfrm>
            <a:off x="1952875" y="2333788"/>
            <a:ext cx="25812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3"/>
          <p:cNvSpPr txBox="1"/>
          <p:nvPr>
            <p:ph hasCustomPrompt="1" idx="4" type="title"/>
          </p:nvPr>
        </p:nvSpPr>
        <p:spPr>
          <a:xfrm>
            <a:off x="4575225" y="2028400"/>
            <a:ext cx="12399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/>
          <p:nvPr>
            <p:ph idx="5" type="subTitle"/>
          </p:nvPr>
        </p:nvSpPr>
        <p:spPr>
          <a:xfrm>
            <a:off x="5815125" y="2028388"/>
            <a:ext cx="25812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3"/>
          <p:cNvSpPr txBox="1"/>
          <p:nvPr>
            <p:ph idx="6" type="subTitle"/>
          </p:nvPr>
        </p:nvSpPr>
        <p:spPr>
          <a:xfrm>
            <a:off x="5815125" y="2333788"/>
            <a:ext cx="25812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hasCustomPrompt="1" idx="7" type="title"/>
          </p:nvPr>
        </p:nvSpPr>
        <p:spPr>
          <a:xfrm>
            <a:off x="713100" y="3150275"/>
            <a:ext cx="12399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/>
          <p:nvPr>
            <p:ph idx="8" type="subTitle"/>
          </p:nvPr>
        </p:nvSpPr>
        <p:spPr>
          <a:xfrm>
            <a:off x="1952875" y="3150263"/>
            <a:ext cx="25812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9" type="subTitle"/>
          </p:nvPr>
        </p:nvSpPr>
        <p:spPr>
          <a:xfrm>
            <a:off x="1952875" y="3455663"/>
            <a:ext cx="25812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hasCustomPrompt="1" idx="13" type="title"/>
          </p:nvPr>
        </p:nvSpPr>
        <p:spPr>
          <a:xfrm>
            <a:off x="4575225" y="3150275"/>
            <a:ext cx="12399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/>
          <p:nvPr>
            <p:ph idx="14" type="subTitle"/>
          </p:nvPr>
        </p:nvSpPr>
        <p:spPr>
          <a:xfrm>
            <a:off x="5815125" y="3150263"/>
            <a:ext cx="25812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5" type="subTitle"/>
          </p:nvPr>
        </p:nvSpPr>
        <p:spPr>
          <a:xfrm>
            <a:off x="5815125" y="3455663"/>
            <a:ext cx="25812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256506">
            <a:off x="2053240" y="-123963"/>
            <a:ext cx="12197164" cy="94022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29" name="Google Shape;12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60576">
            <a:off x="407170" y="-569659"/>
            <a:ext cx="13068490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30" name="Google Shape;13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4352090">
            <a:off x="-5423022" y="4731438"/>
            <a:ext cx="12272243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131" name="Google Shape;131;p14"/>
          <p:cNvSpPr/>
          <p:nvPr/>
        </p:nvSpPr>
        <p:spPr>
          <a:xfrm flipH="1" rot="10800000"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4"/>
          <p:cNvSpPr txBox="1"/>
          <p:nvPr>
            <p:ph type="ctrTitle"/>
          </p:nvPr>
        </p:nvSpPr>
        <p:spPr>
          <a:xfrm>
            <a:off x="2535200" y="539375"/>
            <a:ext cx="4074000" cy="10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1695800" y="3511100"/>
            <a:ext cx="2369700" cy="5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 txBox="1"/>
          <p:nvPr>
            <p:ph idx="2" type="subTitle"/>
          </p:nvPr>
        </p:nvSpPr>
        <p:spPr>
          <a:xfrm>
            <a:off x="1695800" y="3937800"/>
            <a:ext cx="2369700" cy="6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4"/>
          <p:cNvSpPr txBox="1"/>
          <p:nvPr>
            <p:ph idx="3" type="subTitle"/>
          </p:nvPr>
        </p:nvSpPr>
        <p:spPr>
          <a:xfrm>
            <a:off x="5078500" y="3511100"/>
            <a:ext cx="2369700" cy="5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4"/>
          <p:cNvSpPr txBox="1"/>
          <p:nvPr>
            <p:ph idx="4" type="subTitle"/>
          </p:nvPr>
        </p:nvSpPr>
        <p:spPr>
          <a:xfrm>
            <a:off x="5078500" y="3937800"/>
            <a:ext cx="2369700" cy="6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_1_1_2_1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5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 flipH="1"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256506">
            <a:off x="2332140" y="-123963"/>
            <a:ext cx="12197164" cy="94022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40" name="Google Shape;14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60576">
            <a:off x="686069" y="-569659"/>
            <a:ext cx="13068490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141" name="Google Shape;141;p15"/>
          <p:cNvSpPr/>
          <p:nvPr/>
        </p:nvSpPr>
        <p:spPr>
          <a:xfrm rot="10800000"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"/>
          <p:cNvSpPr txBox="1"/>
          <p:nvPr>
            <p:ph idx="1" type="subTitle"/>
          </p:nvPr>
        </p:nvSpPr>
        <p:spPr>
          <a:xfrm>
            <a:off x="713100" y="2223025"/>
            <a:ext cx="3776100" cy="23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3" name="Google Shape;143;p15"/>
          <p:cNvSpPr txBox="1"/>
          <p:nvPr>
            <p:ph idx="2" type="subTitle"/>
          </p:nvPr>
        </p:nvSpPr>
        <p:spPr>
          <a:xfrm>
            <a:off x="4654498" y="2223025"/>
            <a:ext cx="3776100" cy="23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4" name="Google Shape;144;p15"/>
          <p:cNvSpPr txBox="1"/>
          <p:nvPr>
            <p:ph type="ctrTitle"/>
          </p:nvPr>
        </p:nvSpPr>
        <p:spPr>
          <a:xfrm>
            <a:off x="1853425" y="539375"/>
            <a:ext cx="5437200" cy="10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 flipH="1"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03545">
            <a:off x="3413430" y="330183"/>
            <a:ext cx="12356028" cy="95247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48" name="Google Shape;14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16562">
            <a:off x="1405777" y="-201287"/>
            <a:ext cx="12272241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149" name="Google Shape;149;p16"/>
          <p:cNvSpPr/>
          <p:nvPr/>
        </p:nvSpPr>
        <p:spPr>
          <a:xfrm rot="10800000"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"/>
          <p:cNvSpPr txBox="1"/>
          <p:nvPr>
            <p:ph type="ctrTitle"/>
          </p:nvPr>
        </p:nvSpPr>
        <p:spPr>
          <a:xfrm>
            <a:off x="2222550" y="539375"/>
            <a:ext cx="4698900" cy="10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1" name="Google Shape;151;p16"/>
          <p:cNvSpPr txBox="1"/>
          <p:nvPr>
            <p:ph idx="1" type="subTitle"/>
          </p:nvPr>
        </p:nvSpPr>
        <p:spPr>
          <a:xfrm>
            <a:off x="713100" y="3060398"/>
            <a:ext cx="22515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6"/>
          <p:cNvSpPr txBox="1"/>
          <p:nvPr>
            <p:ph idx="2" type="subTitle"/>
          </p:nvPr>
        </p:nvSpPr>
        <p:spPr>
          <a:xfrm>
            <a:off x="713103" y="3365823"/>
            <a:ext cx="22515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6"/>
          <p:cNvSpPr txBox="1"/>
          <p:nvPr>
            <p:ph idx="3" type="subTitle"/>
          </p:nvPr>
        </p:nvSpPr>
        <p:spPr>
          <a:xfrm>
            <a:off x="3447675" y="3060398"/>
            <a:ext cx="22515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6"/>
          <p:cNvSpPr txBox="1"/>
          <p:nvPr>
            <p:ph idx="4" type="subTitle"/>
          </p:nvPr>
        </p:nvSpPr>
        <p:spPr>
          <a:xfrm>
            <a:off x="3447678" y="3365823"/>
            <a:ext cx="22515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6"/>
          <p:cNvSpPr txBox="1"/>
          <p:nvPr>
            <p:ph idx="5" type="subTitle"/>
          </p:nvPr>
        </p:nvSpPr>
        <p:spPr>
          <a:xfrm>
            <a:off x="6182250" y="3060398"/>
            <a:ext cx="22515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6"/>
          <p:cNvSpPr txBox="1"/>
          <p:nvPr>
            <p:ph idx="6" type="subTitle"/>
          </p:nvPr>
        </p:nvSpPr>
        <p:spPr>
          <a:xfrm>
            <a:off x="6182253" y="3365823"/>
            <a:ext cx="22515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4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2949038">
            <a:off x="-5331412" y="-3476"/>
            <a:ext cx="12197164" cy="94022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60" name="Google Shape;16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-1016562">
            <a:off x="-4267123" y="-303062"/>
            <a:ext cx="12272241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161" name="Google Shape;161;p17"/>
          <p:cNvSpPr/>
          <p:nvPr/>
        </p:nvSpPr>
        <p:spPr>
          <a:xfrm flipH="1" rot="10800000"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 txBox="1"/>
          <p:nvPr>
            <p:ph type="ctrTitle"/>
          </p:nvPr>
        </p:nvSpPr>
        <p:spPr>
          <a:xfrm>
            <a:off x="2535200" y="539375"/>
            <a:ext cx="4074000" cy="10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3" name="Google Shape;163;p17"/>
          <p:cNvSpPr txBox="1"/>
          <p:nvPr>
            <p:ph idx="1" type="subTitle"/>
          </p:nvPr>
        </p:nvSpPr>
        <p:spPr>
          <a:xfrm>
            <a:off x="2320750" y="2105150"/>
            <a:ext cx="21387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7"/>
          <p:cNvSpPr txBox="1"/>
          <p:nvPr>
            <p:ph idx="2" type="subTitle"/>
          </p:nvPr>
        </p:nvSpPr>
        <p:spPr>
          <a:xfrm>
            <a:off x="2320750" y="2410575"/>
            <a:ext cx="2138700" cy="6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7"/>
          <p:cNvSpPr txBox="1"/>
          <p:nvPr>
            <p:ph idx="3" type="subTitle"/>
          </p:nvPr>
        </p:nvSpPr>
        <p:spPr>
          <a:xfrm>
            <a:off x="5862375" y="2105150"/>
            <a:ext cx="21387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7"/>
          <p:cNvSpPr txBox="1"/>
          <p:nvPr>
            <p:ph idx="4" type="subTitle"/>
          </p:nvPr>
        </p:nvSpPr>
        <p:spPr>
          <a:xfrm>
            <a:off x="5862375" y="2410575"/>
            <a:ext cx="2138700" cy="6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7"/>
          <p:cNvSpPr txBox="1"/>
          <p:nvPr>
            <p:ph idx="5" type="subTitle"/>
          </p:nvPr>
        </p:nvSpPr>
        <p:spPr>
          <a:xfrm>
            <a:off x="2320750" y="3405875"/>
            <a:ext cx="21387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7"/>
          <p:cNvSpPr txBox="1"/>
          <p:nvPr>
            <p:ph idx="6" type="subTitle"/>
          </p:nvPr>
        </p:nvSpPr>
        <p:spPr>
          <a:xfrm>
            <a:off x="2320750" y="3711300"/>
            <a:ext cx="2138700" cy="6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17"/>
          <p:cNvSpPr txBox="1"/>
          <p:nvPr>
            <p:ph idx="7" type="subTitle"/>
          </p:nvPr>
        </p:nvSpPr>
        <p:spPr>
          <a:xfrm>
            <a:off x="5862375" y="3405875"/>
            <a:ext cx="21387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7"/>
          <p:cNvSpPr txBox="1"/>
          <p:nvPr>
            <p:ph idx="8" type="subTitle"/>
          </p:nvPr>
        </p:nvSpPr>
        <p:spPr>
          <a:xfrm>
            <a:off x="5862375" y="3711300"/>
            <a:ext cx="2138700" cy="6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_1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8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256506">
            <a:off x="2332140" y="-123963"/>
            <a:ext cx="12197164" cy="94022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74" name="Google Shape;17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60576">
            <a:off x="686069" y="-569659"/>
            <a:ext cx="13068490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175" name="Google Shape;175;p18"/>
          <p:cNvSpPr/>
          <p:nvPr/>
        </p:nvSpPr>
        <p:spPr>
          <a:xfrm flipH="1" rot="10800000"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 txBox="1"/>
          <p:nvPr>
            <p:ph type="ctrTitle"/>
          </p:nvPr>
        </p:nvSpPr>
        <p:spPr>
          <a:xfrm>
            <a:off x="2222775" y="539375"/>
            <a:ext cx="4698900" cy="10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7" name="Google Shape;177;p18"/>
          <p:cNvSpPr txBox="1"/>
          <p:nvPr>
            <p:ph idx="1" type="subTitle"/>
          </p:nvPr>
        </p:nvSpPr>
        <p:spPr>
          <a:xfrm>
            <a:off x="711675" y="3386300"/>
            <a:ext cx="22515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8"/>
          <p:cNvSpPr txBox="1"/>
          <p:nvPr>
            <p:ph idx="2" type="subTitle"/>
          </p:nvPr>
        </p:nvSpPr>
        <p:spPr>
          <a:xfrm>
            <a:off x="711675" y="3691725"/>
            <a:ext cx="22515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8"/>
          <p:cNvSpPr txBox="1"/>
          <p:nvPr>
            <p:ph idx="3" type="subTitle"/>
          </p:nvPr>
        </p:nvSpPr>
        <p:spPr>
          <a:xfrm>
            <a:off x="3446250" y="3386300"/>
            <a:ext cx="22515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8"/>
          <p:cNvSpPr txBox="1"/>
          <p:nvPr>
            <p:ph idx="4" type="subTitle"/>
          </p:nvPr>
        </p:nvSpPr>
        <p:spPr>
          <a:xfrm>
            <a:off x="3446250" y="3691725"/>
            <a:ext cx="22515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8"/>
          <p:cNvSpPr txBox="1"/>
          <p:nvPr>
            <p:ph idx="5" type="subTitle"/>
          </p:nvPr>
        </p:nvSpPr>
        <p:spPr>
          <a:xfrm>
            <a:off x="6180825" y="3386300"/>
            <a:ext cx="22515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8"/>
          <p:cNvSpPr txBox="1"/>
          <p:nvPr>
            <p:ph idx="6" type="subTitle"/>
          </p:nvPr>
        </p:nvSpPr>
        <p:spPr>
          <a:xfrm>
            <a:off x="6180825" y="3691725"/>
            <a:ext cx="22515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8"/>
          <p:cNvSpPr txBox="1"/>
          <p:nvPr>
            <p:ph idx="7" type="subTitle"/>
          </p:nvPr>
        </p:nvSpPr>
        <p:spPr>
          <a:xfrm>
            <a:off x="711675" y="2192625"/>
            <a:ext cx="22515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8"/>
          <p:cNvSpPr txBox="1"/>
          <p:nvPr>
            <p:ph idx="8" type="subTitle"/>
          </p:nvPr>
        </p:nvSpPr>
        <p:spPr>
          <a:xfrm>
            <a:off x="711675" y="2498050"/>
            <a:ext cx="22515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8"/>
          <p:cNvSpPr txBox="1"/>
          <p:nvPr>
            <p:ph idx="9" type="subTitle"/>
          </p:nvPr>
        </p:nvSpPr>
        <p:spPr>
          <a:xfrm>
            <a:off x="3446250" y="2192625"/>
            <a:ext cx="22515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3" type="subTitle"/>
          </p:nvPr>
        </p:nvSpPr>
        <p:spPr>
          <a:xfrm>
            <a:off x="3446250" y="2498050"/>
            <a:ext cx="22515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4" type="subTitle"/>
          </p:nvPr>
        </p:nvSpPr>
        <p:spPr>
          <a:xfrm>
            <a:off x="6180825" y="2192625"/>
            <a:ext cx="22515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5" type="subTitle"/>
          </p:nvPr>
        </p:nvSpPr>
        <p:spPr>
          <a:xfrm>
            <a:off x="6180825" y="2498050"/>
            <a:ext cx="22515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5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9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105373">
            <a:off x="1638363" y="1091226"/>
            <a:ext cx="13068489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92" name="Google Shape;19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7789526">
            <a:off x="315560" y="469736"/>
            <a:ext cx="12507379" cy="964138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93" name="Google Shape;19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6552449">
            <a:off x="901288" y="3000739"/>
            <a:ext cx="12272242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194" name="Google Shape;19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746519">
            <a:off x="1549659" y="3736698"/>
            <a:ext cx="13245902" cy="1021067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195" name="Google Shape;195;p19"/>
          <p:cNvSpPr/>
          <p:nvPr/>
        </p:nvSpPr>
        <p:spPr>
          <a:xfrm flipH="1" rot="10800000"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"/>
          <p:cNvSpPr txBox="1"/>
          <p:nvPr>
            <p:ph idx="1" type="subTitle"/>
          </p:nvPr>
        </p:nvSpPr>
        <p:spPr>
          <a:xfrm>
            <a:off x="713100" y="3157572"/>
            <a:ext cx="2581200" cy="8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2" type="subTitle"/>
          </p:nvPr>
        </p:nvSpPr>
        <p:spPr>
          <a:xfrm>
            <a:off x="713100" y="1158225"/>
            <a:ext cx="5163300" cy="192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9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694627">
            <a:off x="2334938" y="2933865"/>
            <a:ext cx="13068489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01" name="Google Shape;2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-2417496">
            <a:off x="-397714" y="4200433"/>
            <a:ext cx="12507379" cy="964138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02" name="Google Shape;20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3235274">
            <a:off x="429084" y="1623464"/>
            <a:ext cx="12356028" cy="95247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03" name="Google Shape;20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 rot="4247551">
            <a:off x="1411588" y="1085731"/>
            <a:ext cx="12272242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04" name="Google Shape;20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 rot="-10053481">
            <a:off x="1549659" y="274716"/>
            <a:ext cx="13245902" cy="1021067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205" name="Google Shape;205;p20"/>
          <p:cNvSpPr/>
          <p:nvPr/>
        </p:nvSpPr>
        <p:spPr>
          <a:xfrm flipH="1" rot="10800000">
            <a:off x="2017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 txBox="1"/>
          <p:nvPr>
            <p:ph hasCustomPrompt="1" type="title"/>
          </p:nvPr>
        </p:nvSpPr>
        <p:spPr>
          <a:xfrm>
            <a:off x="713100" y="877360"/>
            <a:ext cx="19746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07" name="Google Shape;207;p20"/>
          <p:cNvSpPr txBox="1"/>
          <p:nvPr>
            <p:ph idx="2" type="ctrTitle"/>
          </p:nvPr>
        </p:nvSpPr>
        <p:spPr>
          <a:xfrm>
            <a:off x="713100" y="1898725"/>
            <a:ext cx="4369200" cy="165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6000">
                <a:solidFill>
                  <a:schemeClr val="lt2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8" name="Google Shape;208;p20"/>
          <p:cNvSpPr txBox="1"/>
          <p:nvPr>
            <p:ph idx="1" type="subTitle"/>
          </p:nvPr>
        </p:nvSpPr>
        <p:spPr>
          <a:xfrm>
            <a:off x="713100" y="3453750"/>
            <a:ext cx="2655900" cy="8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9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1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497986">
            <a:off x="-3698411" y="3882999"/>
            <a:ext cx="13068489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12" name="Google Shape;2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4010684">
            <a:off x="-3078914" y="872043"/>
            <a:ext cx="12272243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13" name="Google Shape;21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4358532">
            <a:off x="-3445921" y="3076290"/>
            <a:ext cx="12356031" cy="95247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14" name="Google Shape;2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4798794">
            <a:off x="-3730015" y="2633108"/>
            <a:ext cx="12272242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215" name="Google Shape;215;p21"/>
          <p:cNvSpPr/>
          <p:nvPr/>
        </p:nvSpPr>
        <p:spPr>
          <a:xfrm flipH="1" rot="10800000">
            <a:off x="2017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"/>
          <p:cNvSpPr txBox="1"/>
          <p:nvPr>
            <p:ph hasCustomPrompt="1" type="title"/>
          </p:nvPr>
        </p:nvSpPr>
        <p:spPr>
          <a:xfrm>
            <a:off x="6456125" y="877360"/>
            <a:ext cx="19746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8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17" name="Google Shape;217;p21"/>
          <p:cNvSpPr txBox="1"/>
          <p:nvPr>
            <p:ph idx="2" type="ctrTitle"/>
          </p:nvPr>
        </p:nvSpPr>
        <p:spPr>
          <a:xfrm>
            <a:off x="4061525" y="1898725"/>
            <a:ext cx="4369200" cy="165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6000">
                <a:solidFill>
                  <a:schemeClr val="l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8" name="Google Shape;218;p21"/>
          <p:cNvSpPr txBox="1"/>
          <p:nvPr>
            <p:ph idx="1" type="subTitle"/>
          </p:nvPr>
        </p:nvSpPr>
        <p:spPr>
          <a:xfrm>
            <a:off x="5774825" y="3453750"/>
            <a:ext cx="2655900" cy="8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9_1_1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2497986">
            <a:off x="2819558" y="2933865"/>
            <a:ext cx="13068489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22" name="Google Shape;22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103368">
            <a:off x="-4942867" y="4064618"/>
            <a:ext cx="12272242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23" name="Google Shape;22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-502608">
            <a:off x="242930" y="4110982"/>
            <a:ext cx="12507378" cy="964138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24" name="Google Shape;22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 rot="-1185179">
            <a:off x="-4516409" y="-69337"/>
            <a:ext cx="12356029" cy="95247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25" name="Google Shape;225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 rot="-3017154">
            <a:off x="-5308437" y="409327"/>
            <a:ext cx="12356031" cy="95247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26" name="Google Shape;226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 rot="-4409424">
            <a:off x="2859325" y="3054714"/>
            <a:ext cx="12197168" cy="94022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27" name="Google Shape;22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-598197">
            <a:off x="-2440456" y="-778995"/>
            <a:ext cx="12272243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28" name="Google Shape;228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 rot="-10053481">
            <a:off x="1789078" y="134966"/>
            <a:ext cx="13245902" cy="1021067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229" name="Google Shape;229;p22"/>
          <p:cNvSpPr/>
          <p:nvPr/>
        </p:nvSpPr>
        <p:spPr>
          <a:xfrm flipH="1" rot="10800000">
            <a:off x="2017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2"/>
          <p:cNvSpPr txBox="1"/>
          <p:nvPr>
            <p:ph hasCustomPrompt="1" type="title"/>
          </p:nvPr>
        </p:nvSpPr>
        <p:spPr>
          <a:xfrm>
            <a:off x="935700" y="1308400"/>
            <a:ext cx="3101100" cy="16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3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31" name="Google Shape;231;p22"/>
          <p:cNvSpPr txBox="1"/>
          <p:nvPr>
            <p:ph idx="2" type="ctrTitle"/>
          </p:nvPr>
        </p:nvSpPr>
        <p:spPr>
          <a:xfrm>
            <a:off x="4036800" y="1308400"/>
            <a:ext cx="4393800" cy="165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6000">
                <a:solidFill>
                  <a:schemeClr val="lt2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3466650" y="2959588"/>
            <a:ext cx="2655900" cy="8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3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 rot="10800000">
            <a:off x="150" y="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034137">
            <a:off x="2336037" y="1399233"/>
            <a:ext cx="13068488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36" name="Google Shape;23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718291">
            <a:off x="1722540" y="457227"/>
            <a:ext cx="12507381" cy="964138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37" name="Google Shape;23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4073093">
            <a:off x="-6294139" y="547213"/>
            <a:ext cx="12272242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38" name="Google Shape;238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2864813">
            <a:off x="1807772" y="3667898"/>
            <a:ext cx="13245902" cy="1021067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39" name="Google Shape;239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 rot="6123292">
            <a:off x="-5593846" y="1617529"/>
            <a:ext cx="12356034" cy="95247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40" name="Google Shape;24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-6175664">
            <a:off x="-5836429" y="865255"/>
            <a:ext cx="12272243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241" name="Google Shape;241;p23"/>
          <p:cNvSpPr/>
          <p:nvPr/>
        </p:nvSpPr>
        <p:spPr>
          <a:xfrm flipH="1"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3"/>
          <p:cNvSpPr txBox="1"/>
          <p:nvPr>
            <p:ph hasCustomPrompt="1" type="title"/>
          </p:nvPr>
        </p:nvSpPr>
        <p:spPr>
          <a:xfrm>
            <a:off x="2144700" y="539375"/>
            <a:ext cx="48546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5000">
                <a:solidFill>
                  <a:schemeClr val="l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43" name="Google Shape;243;p23"/>
          <p:cNvSpPr txBox="1"/>
          <p:nvPr>
            <p:ph idx="1" type="subTitle"/>
          </p:nvPr>
        </p:nvSpPr>
        <p:spPr>
          <a:xfrm>
            <a:off x="2144700" y="1249525"/>
            <a:ext cx="4854600" cy="4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3"/>
          <p:cNvSpPr txBox="1"/>
          <p:nvPr>
            <p:ph hasCustomPrompt="1" idx="2" type="title"/>
          </p:nvPr>
        </p:nvSpPr>
        <p:spPr>
          <a:xfrm>
            <a:off x="2144700" y="1966580"/>
            <a:ext cx="48546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5000">
                <a:solidFill>
                  <a:schemeClr val="l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45" name="Google Shape;245;p23"/>
          <p:cNvSpPr txBox="1"/>
          <p:nvPr>
            <p:ph idx="3" type="subTitle"/>
          </p:nvPr>
        </p:nvSpPr>
        <p:spPr>
          <a:xfrm>
            <a:off x="2144700" y="2676730"/>
            <a:ext cx="4854600" cy="4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6" name="Google Shape;246;p23"/>
          <p:cNvSpPr txBox="1"/>
          <p:nvPr>
            <p:ph hasCustomPrompt="1" idx="4" type="title"/>
          </p:nvPr>
        </p:nvSpPr>
        <p:spPr>
          <a:xfrm>
            <a:off x="2144700" y="3393785"/>
            <a:ext cx="48546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5000">
                <a:solidFill>
                  <a:schemeClr val="l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47" name="Google Shape;247;p23"/>
          <p:cNvSpPr txBox="1"/>
          <p:nvPr>
            <p:ph idx="5" type="subTitle"/>
          </p:nvPr>
        </p:nvSpPr>
        <p:spPr>
          <a:xfrm>
            <a:off x="2144700" y="4103935"/>
            <a:ext cx="4854600" cy="4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4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 flipH="1"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03545">
            <a:off x="3413430" y="330183"/>
            <a:ext cx="12356028" cy="95247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51" name="Google Shape;25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16562">
            <a:off x="1405777" y="-201287"/>
            <a:ext cx="12272241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252" name="Google Shape;252;p24"/>
          <p:cNvSpPr/>
          <p:nvPr/>
        </p:nvSpPr>
        <p:spPr>
          <a:xfrm rot="10800000"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4"/>
          <p:cNvSpPr txBox="1"/>
          <p:nvPr>
            <p:ph type="ctrTitle"/>
          </p:nvPr>
        </p:nvSpPr>
        <p:spPr>
          <a:xfrm>
            <a:off x="2558075" y="539375"/>
            <a:ext cx="4027800" cy="10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4" name="Google Shape;254;p24"/>
          <p:cNvSpPr txBox="1"/>
          <p:nvPr>
            <p:ph hasCustomPrompt="1" idx="2" type="title"/>
          </p:nvPr>
        </p:nvSpPr>
        <p:spPr>
          <a:xfrm>
            <a:off x="713100" y="2065084"/>
            <a:ext cx="2251500" cy="10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5" name="Google Shape;255;p24"/>
          <p:cNvSpPr txBox="1"/>
          <p:nvPr>
            <p:ph idx="1" type="subTitle"/>
          </p:nvPr>
        </p:nvSpPr>
        <p:spPr>
          <a:xfrm>
            <a:off x="713100" y="3386300"/>
            <a:ext cx="22515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4"/>
          <p:cNvSpPr txBox="1"/>
          <p:nvPr>
            <p:ph idx="3" type="subTitle"/>
          </p:nvPr>
        </p:nvSpPr>
        <p:spPr>
          <a:xfrm>
            <a:off x="713100" y="3691725"/>
            <a:ext cx="2251500" cy="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4"/>
          <p:cNvSpPr txBox="1"/>
          <p:nvPr>
            <p:ph hasCustomPrompt="1" idx="4" type="title"/>
          </p:nvPr>
        </p:nvSpPr>
        <p:spPr>
          <a:xfrm>
            <a:off x="3446225" y="2065084"/>
            <a:ext cx="2251500" cy="10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8" name="Google Shape;258;p24"/>
          <p:cNvSpPr txBox="1"/>
          <p:nvPr>
            <p:ph idx="5" type="subTitle"/>
          </p:nvPr>
        </p:nvSpPr>
        <p:spPr>
          <a:xfrm>
            <a:off x="3446225" y="3386300"/>
            <a:ext cx="22515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4"/>
          <p:cNvSpPr txBox="1"/>
          <p:nvPr>
            <p:ph idx="6" type="subTitle"/>
          </p:nvPr>
        </p:nvSpPr>
        <p:spPr>
          <a:xfrm>
            <a:off x="3446225" y="3691725"/>
            <a:ext cx="2251500" cy="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4"/>
          <p:cNvSpPr txBox="1"/>
          <p:nvPr>
            <p:ph hasCustomPrompt="1" idx="7" type="title"/>
          </p:nvPr>
        </p:nvSpPr>
        <p:spPr>
          <a:xfrm>
            <a:off x="6179350" y="2065084"/>
            <a:ext cx="2251500" cy="10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1" name="Google Shape;261;p24"/>
          <p:cNvSpPr txBox="1"/>
          <p:nvPr>
            <p:ph idx="8" type="subTitle"/>
          </p:nvPr>
        </p:nvSpPr>
        <p:spPr>
          <a:xfrm>
            <a:off x="6179350" y="3386300"/>
            <a:ext cx="22515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24"/>
          <p:cNvSpPr txBox="1"/>
          <p:nvPr>
            <p:ph idx="9" type="subTitle"/>
          </p:nvPr>
        </p:nvSpPr>
        <p:spPr>
          <a:xfrm>
            <a:off x="6179350" y="3691725"/>
            <a:ext cx="2251500" cy="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5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 rot="10800000">
            <a:off x="150" y="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086543">
            <a:off x="924653" y="3797508"/>
            <a:ext cx="12272241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66" name="Google Shape;26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149322">
            <a:off x="-5855442" y="57308"/>
            <a:ext cx="12507376" cy="964138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267" name="Google Shape;267;p25"/>
          <p:cNvSpPr/>
          <p:nvPr/>
        </p:nvSpPr>
        <p:spPr>
          <a:xfrm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5"/>
          <p:cNvSpPr txBox="1"/>
          <p:nvPr>
            <p:ph type="ctrTitle"/>
          </p:nvPr>
        </p:nvSpPr>
        <p:spPr>
          <a:xfrm>
            <a:off x="713100" y="1354736"/>
            <a:ext cx="5400000" cy="143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10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9" name="Google Shape;269;p25"/>
          <p:cNvSpPr txBox="1"/>
          <p:nvPr>
            <p:ph idx="1" type="subTitle"/>
          </p:nvPr>
        </p:nvSpPr>
        <p:spPr>
          <a:xfrm>
            <a:off x="713100" y="2691063"/>
            <a:ext cx="3857700" cy="10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6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 rot="10800000">
            <a:off x="150" y="0"/>
            <a:ext cx="9165300" cy="51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/>
          <p:nvPr/>
        </p:nvSpPr>
        <p:spPr>
          <a:xfrm flipH="1"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6"/>
          <p:cNvSpPr txBox="1"/>
          <p:nvPr>
            <p:ph type="ctrTitle"/>
          </p:nvPr>
        </p:nvSpPr>
        <p:spPr>
          <a:xfrm>
            <a:off x="713100" y="832650"/>
            <a:ext cx="4283400" cy="10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4" name="Google Shape;274;p26"/>
          <p:cNvSpPr txBox="1"/>
          <p:nvPr>
            <p:ph idx="1" type="body"/>
          </p:nvPr>
        </p:nvSpPr>
        <p:spPr>
          <a:xfrm>
            <a:off x="713100" y="2037450"/>
            <a:ext cx="4283400" cy="22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275" name="Google Shape;275;p26"/>
          <p:cNvSpPr/>
          <p:nvPr>
            <p:ph idx="2" type="pic"/>
          </p:nvPr>
        </p:nvSpPr>
        <p:spPr>
          <a:xfrm rot="-390453">
            <a:off x="6285173" y="-305875"/>
            <a:ext cx="3663504" cy="568139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7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 flipH="1"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16562">
            <a:off x="1314277" y="556563"/>
            <a:ext cx="12272241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79" name="Google Shape;27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-1854221">
            <a:off x="731834" y="4860215"/>
            <a:ext cx="12197165" cy="94022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280" name="Google Shape;280;p27"/>
          <p:cNvSpPr/>
          <p:nvPr/>
        </p:nvSpPr>
        <p:spPr>
          <a:xfrm rot="10800000"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7"/>
          <p:cNvSpPr txBox="1"/>
          <p:nvPr>
            <p:ph type="ctrTitle"/>
          </p:nvPr>
        </p:nvSpPr>
        <p:spPr>
          <a:xfrm>
            <a:off x="713100" y="1387350"/>
            <a:ext cx="3206100" cy="12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2" name="Google Shape;282;p27"/>
          <p:cNvSpPr txBox="1"/>
          <p:nvPr>
            <p:ph idx="1" type="subTitle"/>
          </p:nvPr>
        </p:nvSpPr>
        <p:spPr>
          <a:xfrm>
            <a:off x="713100" y="2609850"/>
            <a:ext cx="2883000" cy="11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1_1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8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103368">
            <a:off x="-4942867" y="4064618"/>
            <a:ext cx="12272242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86" name="Google Shape;28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-1185179">
            <a:off x="-3413009" y="-69337"/>
            <a:ext cx="12356029" cy="95247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87" name="Google Shape;28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-4409424">
            <a:off x="3082225" y="3054714"/>
            <a:ext cx="12197168" cy="94022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98197">
            <a:off x="-1337056" y="-778995"/>
            <a:ext cx="12272243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289" name="Google Shape;289;p28"/>
          <p:cNvSpPr/>
          <p:nvPr/>
        </p:nvSpPr>
        <p:spPr>
          <a:xfrm flipH="1" rot="10800000">
            <a:off x="2017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>
            <p:ph type="ctrTitle"/>
          </p:nvPr>
        </p:nvSpPr>
        <p:spPr>
          <a:xfrm>
            <a:off x="5547725" y="1387350"/>
            <a:ext cx="2883000" cy="12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91" name="Google Shape;291;p28"/>
          <p:cNvSpPr txBox="1"/>
          <p:nvPr>
            <p:ph idx="1" type="subTitle"/>
          </p:nvPr>
        </p:nvSpPr>
        <p:spPr>
          <a:xfrm>
            <a:off x="5547725" y="2609850"/>
            <a:ext cx="2883000" cy="11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_1_1_2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9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 flipH="1"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105373">
            <a:off x="2206788" y="968626"/>
            <a:ext cx="13068489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95" name="Google Shape;29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7789526">
            <a:off x="883985" y="347136"/>
            <a:ext cx="12507379" cy="964138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296" name="Google Shape;29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6552449">
            <a:off x="1469713" y="2878139"/>
            <a:ext cx="12272242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297" name="Google Shape;297;p29"/>
          <p:cNvSpPr/>
          <p:nvPr/>
        </p:nvSpPr>
        <p:spPr>
          <a:xfrm rot="10800000"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9"/>
          <p:cNvSpPr txBox="1"/>
          <p:nvPr>
            <p:ph type="ctrTitle"/>
          </p:nvPr>
        </p:nvSpPr>
        <p:spPr>
          <a:xfrm>
            <a:off x="713100" y="1387350"/>
            <a:ext cx="2883000" cy="12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99" name="Google Shape;299;p29"/>
          <p:cNvSpPr txBox="1"/>
          <p:nvPr>
            <p:ph idx="1" type="subTitle"/>
          </p:nvPr>
        </p:nvSpPr>
        <p:spPr>
          <a:xfrm>
            <a:off x="713100" y="2609850"/>
            <a:ext cx="2883000" cy="11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_1_1_2_1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0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 flipH="1"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8302014">
            <a:off x="1094039" y="1403551"/>
            <a:ext cx="13068489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303" name="Google Shape;30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001206">
            <a:off x="1698991" y="2714821"/>
            <a:ext cx="12272242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304" name="Google Shape;30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6441468">
            <a:off x="1554007" y="2265180"/>
            <a:ext cx="12356031" cy="95247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305" name="Google Shape;305;p30"/>
          <p:cNvSpPr/>
          <p:nvPr/>
        </p:nvSpPr>
        <p:spPr>
          <a:xfrm rot="10800000"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0"/>
          <p:cNvSpPr txBox="1"/>
          <p:nvPr>
            <p:ph type="ctrTitle"/>
          </p:nvPr>
        </p:nvSpPr>
        <p:spPr>
          <a:xfrm>
            <a:off x="713100" y="754650"/>
            <a:ext cx="4101600" cy="161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7" name="Google Shape;307;p30"/>
          <p:cNvSpPr txBox="1"/>
          <p:nvPr>
            <p:ph idx="1" type="subTitle"/>
          </p:nvPr>
        </p:nvSpPr>
        <p:spPr>
          <a:xfrm>
            <a:off x="713100" y="2373450"/>
            <a:ext cx="5216400" cy="20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1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31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 rot="10800000">
            <a:off x="150" y="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914259">
            <a:off x="-5052832" y="259443"/>
            <a:ext cx="12272244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311" name="Google Shape;311;p31"/>
          <p:cNvSpPr/>
          <p:nvPr/>
        </p:nvSpPr>
        <p:spPr>
          <a:xfrm flipH="1"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1"/>
          <p:cNvSpPr txBox="1"/>
          <p:nvPr>
            <p:ph type="ctrTitle"/>
          </p:nvPr>
        </p:nvSpPr>
        <p:spPr>
          <a:xfrm>
            <a:off x="1651075" y="2123575"/>
            <a:ext cx="5841900" cy="172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13" name="Google Shape;313;p31"/>
          <p:cNvSpPr txBox="1"/>
          <p:nvPr>
            <p:ph idx="1" type="subTitle"/>
          </p:nvPr>
        </p:nvSpPr>
        <p:spPr>
          <a:xfrm>
            <a:off x="713250" y="3845100"/>
            <a:ext cx="7717500" cy="7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4" name="Google Shape;314;p31"/>
          <p:cNvSpPr/>
          <p:nvPr>
            <p:ph idx="2" type="pic"/>
          </p:nvPr>
        </p:nvSpPr>
        <p:spPr>
          <a:xfrm rot="145172">
            <a:off x="-55248" y="-309573"/>
            <a:ext cx="9245242" cy="213699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2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 rot="10800000">
            <a:off x="150" y="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03545">
            <a:off x="3326030" y="330183"/>
            <a:ext cx="12356028" cy="95247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318" name="Google Shape;31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16562">
            <a:off x="1318377" y="-201287"/>
            <a:ext cx="12272241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319" name="Google Shape;319;p32"/>
          <p:cNvSpPr/>
          <p:nvPr/>
        </p:nvSpPr>
        <p:spPr>
          <a:xfrm flipH="1"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2"/>
          <p:cNvSpPr txBox="1"/>
          <p:nvPr>
            <p:ph type="ctrTitle"/>
          </p:nvPr>
        </p:nvSpPr>
        <p:spPr>
          <a:xfrm>
            <a:off x="2222550" y="539375"/>
            <a:ext cx="4698900" cy="10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33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 rot="10800000">
            <a:off x="150" y="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1603545">
            <a:off x="-6406367" y="330183"/>
            <a:ext cx="12356028" cy="95247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324" name="Google Shape;32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-1016562">
            <a:off x="-4314927" y="-201287"/>
            <a:ext cx="12272241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325" name="Google Shape;325;p33"/>
          <p:cNvSpPr/>
          <p:nvPr/>
        </p:nvSpPr>
        <p:spPr>
          <a:xfrm flipH="1"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3"/>
          <p:cNvSpPr txBox="1"/>
          <p:nvPr>
            <p:ph type="ctrTitle"/>
          </p:nvPr>
        </p:nvSpPr>
        <p:spPr>
          <a:xfrm>
            <a:off x="2222550" y="539375"/>
            <a:ext cx="4698900" cy="10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4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-3420411">
            <a:off x="962013" y="4109132"/>
            <a:ext cx="12507378" cy="964138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329" name="Google Shape;32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4182369">
            <a:off x="1554735" y="1961165"/>
            <a:ext cx="12356026" cy="95247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330" name="Google Shape;33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4724677">
            <a:off x="2060563" y="1564981"/>
            <a:ext cx="12272242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331" name="Google Shape;331;p34"/>
          <p:cNvPicPr preferRelativeResize="0"/>
          <p:nvPr/>
        </p:nvPicPr>
        <p:blipFill rotWithShape="1">
          <a:blip r:embed="rId5">
            <a:alphaModFix amt="32000"/>
          </a:blip>
          <a:srcRect b="848" l="405" r="702" t="444"/>
          <a:stretch/>
        </p:blipFill>
        <p:spPr>
          <a:xfrm flipH="1"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4"/>
          <p:cNvSpPr/>
          <p:nvPr/>
        </p:nvSpPr>
        <p:spPr>
          <a:xfrm rot="10800000"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4"/>
          <p:cNvSpPr txBox="1"/>
          <p:nvPr>
            <p:ph type="ctrTitle"/>
          </p:nvPr>
        </p:nvSpPr>
        <p:spPr>
          <a:xfrm>
            <a:off x="713100" y="539375"/>
            <a:ext cx="5697600" cy="11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8500">
                <a:solidFill>
                  <a:schemeClr val="lt2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4" name="Google Shape;334;p34"/>
          <p:cNvSpPr txBox="1"/>
          <p:nvPr>
            <p:ph idx="1" type="subTitle"/>
          </p:nvPr>
        </p:nvSpPr>
        <p:spPr>
          <a:xfrm>
            <a:off x="713100" y="1650800"/>
            <a:ext cx="5697600" cy="15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5" name="Google Shape;335;p34"/>
          <p:cNvSpPr txBox="1"/>
          <p:nvPr/>
        </p:nvSpPr>
        <p:spPr>
          <a:xfrm>
            <a:off x="714000" y="3975600"/>
            <a:ext cx="521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rPr>
              <a:t>CREDITS: This presentation template was created by </a:t>
            </a:r>
            <a:r>
              <a:rPr lang="en">
                <a:solidFill>
                  <a:schemeClr val="lt1"/>
                </a:solidFill>
                <a:uFill>
                  <a:noFill/>
                </a:uFill>
                <a:latin typeface="Darker Grotesque Black"/>
                <a:ea typeface="Darker Grotesque Black"/>
                <a:cs typeface="Darker Grotesque Black"/>
                <a:sym typeface="Darker Grotesque Black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rPr>
              <a:t>, including icons by </a:t>
            </a:r>
            <a:r>
              <a:rPr lang="en">
                <a:solidFill>
                  <a:schemeClr val="lt1"/>
                </a:solidFill>
                <a:uFill>
                  <a:noFill/>
                </a:uFill>
                <a:latin typeface="Darker Grotesque Black"/>
                <a:ea typeface="Darker Grotesque Black"/>
                <a:cs typeface="Darker Grotesque Black"/>
                <a:sym typeface="Darker Grotesque Black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rPr>
              <a:t> and infographics &amp; images by </a:t>
            </a:r>
            <a:r>
              <a:rPr lang="en">
                <a:solidFill>
                  <a:schemeClr val="lt1"/>
                </a:solidFill>
                <a:uFill>
                  <a:noFill/>
                </a:uFill>
                <a:latin typeface="Darker Grotesque Black"/>
                <a:ea typeface="Darker Grotesque Black"/>
                <a:cs typeface="Darker Grotesque Black"/>
                <a:sym typeface="Darker Grotesque Black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>
              <a:solidFill>
                <a:schemeClr val="lt1"/>
              </a:solidFill>
              <a:latin typeface="Darker Grotesque Black"/>
              <a:ea typeface="Darker Grotesque Black"/>
              <a:cs typeface="Darker Grotesque Black"/>
              <a:sym typeface="Darker Grotesque Black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5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7105373">
            <a:off x="-6326410" y="968626"/>
            <a:ext cx="13068489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339" name="Google Shape;33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7789526">
            <a:off x="-4442497" y="347136"/>
            <a:ext cx="12507379" cy="964138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340" name="Google Shape;340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-6552449">
            <a:off x="-4793087" y="2878139"/>
            <a:ext cx="12272242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341" name="Google Shape;341;p35"/>
          <p:cNvSpPr/>
          <p:nvPr/>
        </p:nvSpPr>
        <p:spPr>
          <a:xfrm flipH="1" rot="10800000">
            <a:off x="2017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2" name="Google Shape;342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603545">
            <a:off x="3326030" y="330183"/>
            <a:ext cx="12356028" cy="95247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343" name="Google Shape;34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16562">
            <a:off x="1318377" y="-201287"/>
            <a:ext cx="12272241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_1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6"/>
          <p:cNvPicPr preferRelativeResize="0"/>
          <p:nvPr/>
        </p:nvPicPr>
        <p:blipFill rotWithShape="1">
          <a:blip r:embed="rId2">
            <a:alphaModFix amt="32000"/>
          </a:blip>
          <a:srcRect b="848" l="405" r="702" t="444"/>
          <a:stretch/>
        </p:blipFill>
        <p:spPr>
          <a:xfrm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103368">
            <a:off x="2152096" y="4064618"/>
            <a:ext cx="12272242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347" name="Google Shape;34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185179">
            <a:off x="538452" y="-69337"/>
            <a:ext cx="12356029" cy="95247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348" name="Google Shape;34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4409424">
            <a:off x="-5797922" y="3054714"/>
            <a:ext cx="12197168" cy="94022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349" name="Google Shape;34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98197">
            <a:off x="-1453716" y="-778995"/>
            <a:ext cx="12272243" cy="94601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350" name="Google Shape;350;p36"/>
          <p:cNvSpPr/>
          <p:nvPr/>
        </p:nvSpPr>
        <p:spPr>
          <a:xfrm flipH="1" rot="10800000">
            <a:off x="2017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2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383125"/>
            <a:ext cx="7717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ubik Black"/>
              <a:buNone/>
              <a:defRPr sz="3200">
                <a:solidFill>
                  <a:schemeClr val="lt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ubik Black"/>
              <a:buNone/>
              <a:defRPr sz="3200">
                <a:solidFill>
                  <a:schemeClr val="lt1"/>
                </a:solidFill>
                <a:latin typeface="Rubik Black"/>
                <a:ea typeface="Rubik Black"/>
                <a:cs typeface="Rubik Black"/>
                <a:sym typeface="Rubik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ubik Black"/>
              <a:buNone/>
              <a:defRPr sz="3200">
                <a:solidFill>
                  <a:schemeClr val="lt1"/>
                </a:solidFill>
                <a:latin typeface="Rubik Black"/>
                <a:ea typeface="Rubik Black"/>
                <a:cs typeface="Rubik Black"/>
                <a:sym typeface="Rubik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ubik Black"/>
              <a:buNone/>
              <a:defRPr sz="3200">
                <a:solidFill>
                  <a:schemeClr val="lt1"/>
                </a:solidFill>
                <a:latin typeface="Rubik Black"/>
                <a:ea typeface="Rubik Black"/>
                <a:cs typeface="Rubik Black"/>
                <a:sym typeface="Rubik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ubik Black"/>
              <a:buNone/>
              <a:defRPr sz="3200">
                <a:solidFill>
                  <a:schemeClr val="lt1"/>
                </a:solidFill>
                <a:latin typeface="Rubik Black"/>
                <a:ea typeface="Rubik Black"/>
                <a:cs typeface="Rubik Black"/>
                <a:sym typeface="Rubik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ubik Black"/>
              <a:buNone/>
              <a:defRPr sz="3200">
                <a:solidFill>
                  <a:schemeClr val="lt1"/>
                </a:solidFill>
                <a:latin typeface="Rubik Black"/>
                <a:ea typeface="Rubik Black"/>
                <a:cs typeface="Rubik Black"/>
                <a:sym typeface="Rubik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ubik Black"/>
              <a:buNone/>
              <a:defRPr sz="3200">
                <a:solidFill>
                  <a:schemeClr val="lt1"/>
                </a:solidFill>
                <a:latin typeface="Rubik Black"/>
                <a:ea typeface="Rubik Black"/>
                <a:cs typeface="Rubik Black"/>
                <a:sym typeface="Rubik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ubik Black"/>
              <a:buNone/>
              <a:defRPr sz="3200">
                <a:solidFill>
                  <a:schemeClr val="lt1"/>
                </a:solidFill>
                <a:latin typeface="Rubik Black"/>
                <a:ea typeface="Rubik Black"/>
                <a:cs typeface="Rubik Black"/>
                <a:sym typeface="Rubik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ubik Black"/>
              <a:buNone/>
              <a:defRPr sz="3200">
                <a:solidFill>
                  <a:schemeClr val="lt1"/>
                </a:solidFill>
                <a:latin typeface="Rubik Black"/>
                <a:ea typeface="Rubik Black"/>
                <a:cs typeface="Rubik Black"/>
                <a:sym typeface="Rubik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●"/>
              <a:defRPr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○"/>
              <a:defRPr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■"/>
              <a:defRPr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●"/>
              <a:defRPr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○"/>
              <a:defRPr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■"/>
              <a:defRPr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●"/>
              <a:defRPr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○"/>
              <a:defRPr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■"/>
              <a:defRPr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7"/>
          <p:cNvSpPr txBox="1"/>
          <p:nvPr>
            <p:ph type="ctrTitle"/>
          </p:nvPr>
        </p:nvSpPr>
        <p:spPr>
          <a:xfrm>
            <a:off x="1777925" y="1063575"/>
            <a:ext cx="5588700" cy="23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WHO KILLED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"/>
              <a:t>ME? </a:t>
            </a:r>
            <a:endParaRPr/>
          </a:p>
          <a:p>
            <a:pPr indent="0" lvl="0" marL="0" rtl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CRIME SCENE INVESTIGATION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8"/>
          <p:cNvSpPr txBox="1"/>
          <p:nvPr>
            <p:ph idx="2" type="ctrTitle"/>
          </p:nvPr>
        </p:nvSpPr>
        <p:spPr>
          <a:xfrm>
            <a:off x="4085025" y="509650"/>
            <a:ext cx="4369200" cy="428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ITS NOT EVERYDAY  THAT A FEW FRIENDS GO OUT TO DINNER, </a:t>
            </a:r>
            <a:endParaRPr sz="5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9"/>
          <p:cNvSpPr txBox="1"/>
          <p:nvPr>
            <p:ph idx="2" type="ctrTitle"/>
          </p:nvPr>
        </p:nvSpPr>
        <p:spPr>
          <a:xfrm>
            <a:off x="988775" y="1308400"/>
            <a:ext cx="7441800" cy="247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>
                <a:solidFill>
                  <a:schemeClr val="lt1"/>
                </a:solidFill>
              </a:rPr>
              <a:t>AND ONE OF THEM IS</a:t>
            </a:r>
            <a:r>
              <a:rPr lang="en">
                <a:solidFill>
                  <a:schemeClr val="lt1"/>
                </a:solidFill>
              </a:rPr>
              <a:t> </a:t>
            </a:r>
            <a:r>
              <a:rPr lang="en"/>
              <a:t>KILLED.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0"/>
          <p:cNvSpPr txBox="1"/>
          <p:nvPr>
            <p:ph type="title"/>
          </p:nvPr>
        </p:nvSpPr>
        <p:spPr>
          <a:xfrm>
            <a:off x="946275" y="1007575"/>
            <a:ext cx="7828200" cy="286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lt2"/>
                </a:solidFill>
              </a:rPr>
              <a:t>WHO ARE </a:t>
            </a:r>
            <a:r>
              <a:rPr lang="en" sz="6200">
                <a:solidFill>
                  <a:schemeClr val="lt2"/>
                </a:solidFill>
              </a:rPr>
              <a:t>WE?</a:t>
            </a:r>
            <a:r>
              <a:rPr lang="en" sz="6200"/>
              <a:t> </a:t>
            </a:r>
            <a:endParaRPr sz="6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/>
              <a:t>WE ARE THE DETECTIVES.</a:t>
            </a:r>
            <a:endParaRPr sz="6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1"/>
          <p:cNvSpPr txBox="1"/>
          <p:nvPr>
            <p:ph type="ctrTitle"/>
          </p:nvPr>
        </p:nvSpPr>
        <p:spPr>
          <a:xfrm>
            <a:off x="2222550" y="539375"/>
            <a:ext cx="4698900" cy="10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>
                <a:solidFill>
                  <a:schemeClr val="lt1"/>
                </a:solidFill>
              </a:rPr>
              <a:t>LETS MEET THE</a:t>
            </a:r>
            <a:br>
              <a:rPr lang="en"/>
            </a:br>
            <a:r>
              <a:rPr lang="en"/>
              <a:t>“FRIENDS”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376" name="Google Shape;376;p41"/>
          <p:cNvGraphicFramePr/>
          <p:nvPr/>
        </p:nvGraphicFramePr>
        <p:xfrm>
          <a:off x="713100" y="1963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{A2CFBD50-42D4-4689-9C59-2310B324880A}</a:tableStyleId>
              </a:tblPr>
              <a:tblGrid>
                <a:gridCol w="1929400"/>
                <a:gridCol w="1929400"/>
                <a:gridCol w="1929400"/>
                <a:gridCol w="1929400"/>
              </a:tblGrid>
              <a:tr h="41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lt1"/>
                          </a:solidFill>
                          <a:latin typeface="Rubik Black"/>
                          <a:ea typeface="Rubik Black"/>
                          <a:cs typeface="Rubik Black"/>
                          <a:sym typeface="Rubik Black"/>
                        </a:rPr>
                        <a:t>HAIR COLOR</a:t>
                      </a:r>
                      <a:r>
                        <a:rPr lang="en" sz="1900">
                          <a:solidFill>
                            <a:schemeClr val="lt1"/>
                          </a:solidFill>
                          <a:latin typeface="Rubik Black"/>
                          <a:ea typeface="Rubik Black"/>
                          <a:cs typeface="Rubik Black"/>
                          <a:sym typeface="Rubik Black"/>
                        </a:rPr>
                        <a:t>?</a:t>
                      </a:r>
                      <a:endParaRPr sz="1900">
                        <a:solidFill>
                          <a:schemeClr val="lt1"/>
                        </a:solidFill>
                        <a:latin typeface="Rubik Black"/>
                        <a:ea typeface="Rubik Black"/>
                        <a:cs typeface="Rubik Black"/>
                        <a:sym typeface="Rubik Black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lt1"/>
                          </a:solidFill>
                          <a:latin typeface="Rubik Black"/>
                          <a:ea typeface="Rubik Black"/>
                          <a:cs typeface="Rubik Black"/>
                          <a:sym typeface="Rubik Black"/>
                        </a:rPr>
                        <a:t>SHOE SIZE?</a:t>
                      </a:r>
                      <a:endParaRPr sz="2200">
                        <a:solidFill>
                          <a:schemeClr val="lt1"/>
                        </a:solidFill>
                        <a:latin typeface="Rubik Black"/>
                        <a:ea typeface="Rubik Black"/>
                        <a:cs typeface="Rubik Black"/>
                        <a:sym typeface="Rubik Black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lt1"/>
                          </a:solidFill>
                          <a:latin typeface="Rubik Black"/>
                          <a:ea typeface="Rubik Black"/>
                          <a:cs typeface="Rubik Black"/>
                          <a:sym typeface="Rubik Black"/>
                        </a:rPr>
                        <a:t>FAV COLOR?</a:t>
                      </a:r>
                      <a:endParaRPr sz="2100">
                        <a:solidFill>
                          <a:schemeClr val="lt1"/>
                        </a:solidFill>
                        <a:latin typeface="Rubik Black"/>
                        <a:ea typeface="Rubik Black"/>
                        <a:cs typeface="Rubik Black"/>
                        <a:sym typeface="Rubik Black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2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lt1"/>
                          </a:solidFill>
                          <a:latin typeface="Rubik Black"/>
                          <a:ea typeface="Rubik Black"/>
                          <a:cs typeface="Rubik Black"/>
                          <a:sym typeface="Rubik Black"/>
                        </a:rPr>
                        <a:t>ZEHRA</a:t>
                      </a:r>
                      <a:endParaRPr sz="2200">
                        <a:solidFill>
                          <a:schemeClr val="lt1"/>
                        </a:solidFill>
                        <a:latin typeface="Rubik Black"/>
                        <a:ea typeface="Rubik Black"/>
                        <a:cs typeface="Rubik Black"/>
                        <a:sym typeface="Rubik Blac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Darker Grotesque SemiBold"/>
                          <a:ea typeface="Darker Grotesque SemiBold"/>
                          <a:cs typeface="Darker Grotesque SemiBold"/>
                          <a:sym typeface="Darker Grotesque SemiBold"/>
                        </a:rPr>
                        <a:t>BROWN</a:t>
                      </a:r>
                      <a:endParaRPr sz="1600">
                        <a:solidFill>
                          <a:schemeClr val="lt1"/>
                        </a:solidFill>
                        <a:latin typeface="Darker Grotesque SemiBold"/>
                        <a:ea typeface="Darker Grotesque SemiBold"/>
                        <a:cs typeface="Darker Grotesque SemiBold"/>
                        <a:sym typeface="Darker Grotesque SemiBold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Darker Grotesque SemiBold"/>
                          <a:ea typeface="Darker Grotesque SemiBold"/>
                          <a:cs typeface="Darker Grotesque SemiBold"/>
                          <a:sym typeface="Darker Grotesque SemiBold"/>
                        </a:rPr>
                        <a:t>SIZE 40</a:t>
                      </a:r>
                      <a:endParaRPr sz="1600">
                        <a:solidFill>
                          <a:schemeClr val="lt1"/>
                        </a:solidFill>
                        <a:latin typeface="Darker Grotesque SemiBold"/>
                        <a:ea typeface="Darker Grotesque SemiBold"/>
                        <a:cs typeface="Darker Grotesque SemiBold"/>
                        <a:sym typeface="Darker Grotesque SemiBold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Darker Grotesque SemiBold"/>
                          <a:ea typeface="Darker Grotesque SemiBold"/>
                          <a:cs typeface="Darker Grotesque SemiBold"/>
                          <a:sym typeface="Darker Grotesque SemiBold"/>
                        </a:rPr>
                        <a:t>BLUE</a:t>
                      </a:r>
                      <a:endParaRPr sz="1600">
                        <a:solidFill>
                          <a:schemeClr val="lt1"/>
                        </a:solidFill>
                        <a:latin typeface="Darker Grotesque SemiBold"/>
                        <a:ea typeface="Darker Grotesque SemiBold"/>
                        <a:cs typeface="Darker Grotesque SemiBold"/>
                        <a:sym typeface="Darker Grotesque SemiBold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2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lt1"/>
                          </a:solidFill>
                          <a:latin typeface="Rubik Black"/>
                          <a:ea typeface="Rubik Black"/>
                          <a:cs typeface="Rubik Black"/>
                          <a:sym typeface="Rubik Black"/>
                        </a:rPr>
                        <a:t>RAFSHA</a:t>
                      </a:r>
                      <a:endParaRPr sz="2200">
                        <a:solidFill>
                          <a:schemeClr val="lt1"/>
                        </a:solidFill>
                        <a:latin typeface="Rubik Black"/>
                        <a:ea typeface="Rubik Black"/>
                        <a:cs typeface="Rubik Black"/>
                        <a:sym typeface="Rubik Blac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Darker Grotesque SemiBold"/>
                          <a:ea typeface="Darker Grotesque SemiBold"/>
                          <a:cs typeface="Darker Grotesque SemiBold"/>
                          <a:sym typeface="Darker Grotesque SemiBold"/>
                        </a:rPr>
                        <a:t>BROWN</a:t>
                      </a:r>
                      <a:endParaRPr sz="1600">
                        <a:solidFill>
                          <a:schemeClr val="lt1"/>
                        </a:solidFill>
                        <a:latin typeface="Darker Grotesque SemiBold"/>
                        <a:ea typeface="Darker Grotesque SemiBold"/>
                        <a:cs typeface="Darker Grotesque SemiBold"/>
                        <a:sym typeface="Darker Grotesque SemiBold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Darker Grotesque SemiBold"/>
                          <a:ea typeface="Darker Grotesque SemiBold"/>
                          <a:cs typeface="Darker Grotesque SemiBold"/>
                          <a:sym typeface="Darker Grotesque SemiBold"/>
                        </a:rPr>
                        <a:t>SIZE 36</a:t>
                      </a:r>
                      <a:endParaRPr sz="1600">
                        <a:solidFill>
                          <a:schemeClr val="lt1"/>
                        </a:solidFill>
                        <a:latin typeface="Darker Grotesque SemiBold"/>
                        <a:ea typeface="Darker Grotesque SemiBold"/>
                        <a:cs typeface="Darker Grotesque SemiBold"/>
                        <a:sym typeface="Darker Grotesque SemiBold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Darker Grotesque SemiBold"/>
                          <a:ea typeface="Darker Grotesque SemiBold"/>
                          <a:cs typeface="Darker Grotesque SemiBold"/>
                          <a:sym typeface="Darker Grotesque SemiBold"/>
                        </a:rPr>
                        <a:t>BLUE/BLACK</a:t>
                      </a:r>
                      <a:endParaRPr sz="1600">
                        <a:solidFill>
                          <a:schemeClr val="lt1"/>
                        </a:solidFill>
                        <a:latin typeface="Darker Grotesque SemiBold"/>
                        <a:ea typeface="Darker Grotesque SemiBold"/>
                        <a:cs typeface="Darker Grotesque SemiBold"/>
                        <a:sym typeface="Darker Grotesque SemiBold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2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lt1"/>
                          </a:solidFill>
                          <a:latin typeface="Rubik Black"/>
                          <a:ea typeface="Rubik Black"/>
                          <a:cs typeface="Rubik Black"/>
                          <a:sym typeface="Rubik Black"/>
                        </a:rPr>
                        <a:t>FARAH</a:t>
                      </a:r>
                      <a:endParaRPr sz="2200">
                        <a:solidFill>
                          <a:schemeClr val="lt1"/>
                        </a:solidFill>
                        <a:latin typeface="Rubik Black"/>
                        <a:ea typeface="Rubik Black"/>
                        <a:cs typeface="Rubik Black"/>
                        <a:sym typeface="Rubik Blac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Darker Grotesque SemiBold"/>
                          <a:ea typeface="Darker Grotesque SemiBold"/>
                          <a:cs typeface="Darker Grotesque SemiBold"/>
                          <a:sym typeface="Darker Grotesque SemiBold"/>
                        </a:rPr>
                        <a:t>RED</a:t>
                      </a:r>
                      <a:endParaRPr sz="1600">
                        <a:solidFill>
                          <a:schemeClr val="lt1"/>
                        </a:solidFill>
                        <a:latin typeface="Darker Grotesque SemiBold"/>
                        <a:ea typeface="Darker Grotesque SemiBold"/>
                        <a:cs typeface="Darker Grotesque SemiBold"/>
                        <a:sym typeface="Darker Grotesque SemiBold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Darker Grotesque SemiBold"/>
                          <a:ea typeface="Darker Grotesque SemiBold"/>
                          <a:cs typeface="Darker Grotesque SemiBold"/>
                          <a:sym typeface="Darker Grotesque SemiBold"/>
                        </a:rPr>
                        <a:t>SIZE 40</a:t>
                      </a:r>
                      <a:endParaRPr sz="1600">
                        <a:solidFill>
                          <a:schemeClr val="lt1"/>
                        </a:solidFill>
                        <a:latin typeface="Darker Grotesque SemiBold"/>
                        <a:ea typeface="Darker Grotesque SemiBold"/>
                        <a:cs typeface="Darker Grotesque SemiBold"/>
                        <a:sym typeface="Darker Grotesque SemiBold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Darker Grotesque SemiBold"/>
                          <a:ea typeface="Darker Grotesque SemiBold"/>
                          <a:cs typeface="Darker Grotesque SemiBold"/>
                          <a:sym typeface="Darker Grotesque SemiBold"/>
                        </a:rPr>
                        <a:t>BROWN</a:t>
                      </a:r>
                      <a:endParaRPr sz="1600">
                        <a:solidFill>
                          <a:schemeClr val="lt1"/>
                        </a:solidFill>
                        <a:latin typeface="Darker Grotesque SemiBold"/>
                        <a:ea typeface="Darker Grotesque SemiBold"/>
                        <a:cs typeface="Darker Grotesque SemiBold"/>
                        <a:sym typeface="Darker Grotesque SemiBold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2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lt1"/>
                          </a:solidFill>
                          <a:latin typeface="Rubik Black"/>
                          <a:ea typeface="Rubik Black"/>
                          <a:cs typeface="Rubik Black"/>
                          <a:sym typeface="Rubik Black"/>
                        </a:rPr>
                        <a:t>ZARA</a:t>
                      </a:r>
                      <a:endParaRPr sz="2200">
                        <a:solidFill>
                          <a:schemeClr val="lt1"/>
                        </a:solidFill>
                        <a:latin typeface="Rubik Black"/>
                        <a:ea typeface="Rubik Black"/>
                        <a:cs typeface="Rubik Black"/>
                        <a:sym typeface="Rubik Black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Darker Grotesque SemiBold"/>
                          <a:ea typeface="Darker Grotesque SemiBold"/>
                          <a:cs typeface="Darker Grotesque SemiBold"/>
                          <a:sym typeface="Darker Grotesque SemiBold"/>
                        </a:rPr>
                        <a:t>BROWN</a:t>
                      </a:r>
                      <a:endParaRPr sz="1600">
                        <a:solidFill>
                          <a:schemeClr val="lt1"/>
                        </a:solidFill>
                        <a:latin typeface="Darker Grotesque SemiBold"/>
                        <a:ea typeface="Darker Grotesque SemiBold"/>
                        <a:cs typeface="Darker Grotesque SemiBold"/>
                        <a:sym typeface="Darker Grotesque SemiBold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Darker Grotesque SemiBold"/>
                          <a:ea typeface="Darker Grotesque SemiBold"/>
                          <a:cs typeface="Darker Grotesque SemiBold"/>
                          <a:sym typeface="Darker Grotesque SemiBold"/>
                        </a:rPr>
                        <a:t>SIZE 38</a:t>
                      </a:r>
                      <a:endParaRPr sz="1600">
                        <a:solidFill>
                          <a:schemeClr val="lt1"/>
                        </a:solidFill>
                        <a:latin typeface="Darker Grotesque SemiBold"/>
                        <a:ea typeface="Darker Grotesque SemiBold"/>
                        <a:cs typeface="Darker Grotesque SemiBold"/>
                        <a:sym typeface="Darker Grotesque SemiBold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Darker Grotesque SemiBold"/>
                          <a:ea typeface="Darker Grotesque SemiBold"/>
                          <a:cs typeface="Darker Grotesque SemiBold"/>
                          <a:sym typeface="Darker Grotesque SemiBold"/>
                        </a:rPr>
                        <a:t>BLACK</a:t>
                      </a:r>
                      <a:endParaRPr sz="1600">
                        <a:solidFill>
                          <a:schemeClr val="lt1"/>
                        </a:solidFill>
                        <a:latin typeface="Darker Grotesque SemiBold"/>
                        <a:ea typeface="Darker Grotesque SemiBold"/>
                        <a:cs typeface="Darker Grotesque SemiBold"/>
                        <a:sym typeface="Darker Grotesque SemiBold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42"/>
          <p:cNvPicPr preferRelativeResize="0"/>
          <p:nvPr/>
        </p:nvPicPr>
        <p:blipFill rotWithShape="1">
          <a:blip r:embed="rId3">
            <a:alphaModFix/>
          </a:blip>
          <a:srcRect b="-16746" l="8803" r="46002" t="-775"/>
          <a:stretch/>
        </p:blipFill>
        <p:spPr>
          <a:xfrm rot="594118">
            <a:off x="6001589" y="-343031"/>
            <a:ext cx="3559705" cy="616946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82" name="Google Shape;38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302014">
            <a:off x="2439914" y="1174306"/>
            <a:ext cx="13068489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383" name="Google Shape;38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6390576">
            <a:off x="2875569" y="1207884"/>
            <a:ext cx="12197168" cy="94022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384" name="Google Shape;384;p42"/>
          <p:cNvSpPr txBox="1"/>
          <p:nvPr>
            <p:ph type="ctrTitle"/>
          </p:nvPr>
        </p:nvSpPr>
        <p:spPr>
          <a:xfrm>
            <a:off x="713100" y="1258586"/>
            <a:ext cx="5400000" cy="143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8000"/>
              <a:t>CLUE 1</a:t>
            </a:r>
            <a:endParaRPr sz="8000"/>
          </a:p>
        </p:txBody>
      </p:sp>
      <p:sp>
        <p:nvSpPr>
          <p:cNvPr id="385" name="Google Shape;385;p42"/>
          <p:cNvSpPr txBox="1"/>
          <p:nvPr>
            <p:ph idx="1" type="subTitle"/>
          </p:nvPr>
        </p:nvSpPr>
        <p:spPr>
          <a:xfrm>
            <a:off x="713100" y="2691075"/>
            <a:ext cx="4567500" cy="10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 BROWN HAIR STRAND IS FOUND ON THE BODY’S SHOULDER</a:t>
            </a:r>
            <a:endParaRPr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43"/>
          <p:cNvPicPr preferRelativeResize="0"/>
          <p:nvPr/>
        </p:nvPicPr>
        <p:blipFill rotWithShape="1">
          <a:blip r:embed="rId3">
            <a:alphaModFix/>
          </a:blip>
          <a:srcRect b="-16746" l="8803" r="46002" t="-775"/>
          <a:stretch/>
        </p:blipFill>
        <p:spPr>
          <a:xfrm rot="594118">
            <a:off x="6001589" y="-343031"/>
            <a:ext cx="3559705" cy="616946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91" name="Google Shape;39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302014">
            <a:off x="2439914" y="1174306"/>
            <a:ext cx="13068489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392" name="Google Shape;392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6390576">
            <a:off x="2875569" y="1207884"/>
            <a:ext cx="12197168" cy="94022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393" name="Google Shape;393;p43"/>
          <p:cNvSpPr txBox="1"/>
          <p:nvPr>
            <p:ph type="ctrTitle"/>
          </p:nvPr>
        </p:nvSpPr>
        <p:spPr>
          <a:xfrm>
            <a:off x="713100" y="1258586"/>
            <a:ext cx="5400000" cy="143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8000"/>
              <a:t>CLUE 2</a:t>
            </a:r>
            <a:endParaRPr sz="8000"/>
          </a:p>
        </p:txBody>
      </p:sp>
      <p:sp>
        <p:nvSpPr>
          <p:cNvPr id="394" name="Google Shape;394;p43"/>
          <p:cNvSpPr txBox="1"/>
          <p:nvPr>
            <p:ph idx="1" type="subTitle"/>
          </p:nvPr>
        </p:nvSpPr>
        <p:spPr>
          <a:xfrm>
            <a:off x="713100" y="2691075"/>
            <a:ext cx="4567500" cy="10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 MUDDY SHOE PRINT OF SIZE 40 WAS SEEN NEXT TO THE BODY</a:t>
            </a:r>
            <a:endParaRPr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44"/>
          <p:cNvPicPr preferRelativeResize="0"/>
          <p:nvPr/>
        </p:nvPicPr>
        <p:blipFill rotWithShape="1">
          <a:blip r:embed="rId3">
            <a:alphaModFix/>
          </a:blip>
          <a:srcRect b="-16746" l="8803" r="46002" t="-775"/>
          <a:stretch/>
        </p:blipFill>
        <p:spPr>
          <a:xfrm rot="594118">
            <a:off x="6001589" y="-343031"/>
            <a:ext cx="3559705" cy="616946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00" name="Google Shape;40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302014">
            <a:off x="2439914" y="1174306"/>
            <a:ext cx="13068489" cy="1007390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pic>
        <p:nvPicPr>
          <p:cNvPr id="401" name="Google Shape;401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6390576">
            <a:off x="2875569" y="1207884"/>
            <a:ext cx="12197168" cy="94022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171450">
              <a:srgbClr val="191919">
                <a:alpha val="64000"/>
              </a:srgbClr>
            </a:outerShdw>
          </a:effectLst>
        </p:spPr>
      </p:pic>
      <p:sp>
        <p:nvSpPr>
          <p:cNvPr id="402" name="Google Shape;402;p44"/>
          <p:cNvSpPr txBox="1"/>
          <p:nvPr>
            <p:ph type="ctrTitle"/>
          </p:nvPr>
        </p:nvSpPr>
        <p:spPr>
          <a:xfrm>
            <a:off x="713100" y="1258586"/>
            <a:ext cx="5400000" cy="143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 sz="8000"/>
              <a:t>CLUE 3</a:t>
            </a:r>
            <a:endParaRPr sz="8000"/>
          </a:p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713100" y="2691075"/>
            <a:ext cx="4567500" cy="10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 BLUE SCARF PIN IS FOUND IN THE MIDDLE OF THE BODY’S CHEST</a:t>
            </a:r>
            <a:endParaRPr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5"/>
          <p:cNvSpPr txBox="1"/>
          <p:nvPr>
            <p:ph type="ctrTitle"/>
          </p:nvPr>
        </p:nvSpPr>
        <p:spPr>
          <a:xfrm>
            <a:off x="713100" y="1354725"/>
            <a:ext cx="7979100" cy="143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/>
              <a:t>WHO IS IT?</a:t>
            </a:r>
            <a:endParaRPr/>
          </a:p>
        </p:txBody>
      </p:sp>
      <p:sp>
        <p:nvSpPr>
          <p:cNvPr id="409" name="Google Shape;409;p45"/>
          <p:cNvSpPr txBox="1"/>
          <p:nvPr>
            <p:ph idx="1" type="subTitle"/>
          </p:nvPr>
        </p:nvSpPr>
        <p:spPr>
          <a:xfrm>
            <a:off x="713100" y="2691063"/>
            <a:ext cx="3857700" cy="10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COULD YOU GUESS IT?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6"/>
          <p:cNvSpPr txBox="1"/>
          <p:nvPr>
            <p:ph idx="2" type="subTitle"/>
          </p:nvPr>
        </p:nvSpPr>
        <p:spPr>
          <a:xfrm>
            <a:off x="713100" y="674050"/>
            <a:ext cx="5163300" cy="35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Now… why did I make you solve a murder mystery in 2 minutes?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this silly little game hides one of the </a:t>
            </a:r>
            <a:r>
              <a:rPr lang="en">
                <a:solidFill>
                  <a:schemeClr val="lt2"/>
                </a:solidFill>
              </a:rPr>
              <a:t>greatest unsolved mysteries</a:t>
            </a:r>
            <a:r>
              <a:rPr lang="en"/>
              <a:t> in all of computer science…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arning Yellow Tape Crime Scene Investigation for College by Slidesgo">
  <a:themeElements>
    <a:clrScheme name="Simple Light">
      <a:dk1>
        <a:srgbClr val="252525"/>
      </a:dk1>
      <a:lt1>
        <a:srgbClr val="FFFFFF"/>
      </a:lt1>
      <a:dk2>
        <a:srgbClr val="E94003"/>
      </a:dk2>
      <a:lt2>
        <a:srgbClr val="FDE300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